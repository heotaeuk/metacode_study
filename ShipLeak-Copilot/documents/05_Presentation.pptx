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Valve Dataset 기반 RAG 데이터 정제 및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2주차 과제: RAG에 사용할 데이터셋 정제 및 분석</a:t>
            </a:r>
          </a:p>
          <a:p>
            <a:pPr>
              <a:defRPr sz="1800"/>
            </a:pPr>
            <a:r>
              <a:t>다음 주차: Vector DB 구축을 위한 문서화</a:t>
            </a:r>
          </a:p>
          <a:p>
            <a:pPr>
              <a:defRPr sz="1800"/>
            </a:pPr>
            <a:r>
              <a:t>대상: 4,170개 WAV 밸브 음향 데이터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데이터셋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파일 수: 4170개</a:t>
            </a:r>
          </a:p>
          <a:p>
            <a:pPr>
              <a:defRPr sz="1800"/>
            </a:pPr>
            <a:r>
              <a:t>Sampling Rate: 16000 Hz</a:t>
            </a:r>
          </a:p>
          <a:p>
            <a:pPr>
              <a:defRPr sz="1800"/>
            </a:pPr>
            <a:r>
              <a:t>Channel: 8 Ch</a:t>
            </a:r>
          </a:p>
          <a:p>
            <a:pPr>
              <a:defRPr sz="1800"/>
            </a:pPr>
            <a:r>
              <a:t>Duration: 평균 10.0 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데이터 정제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Empty / NaN / Inf 점검</a:t>
            </a:r>
          </a:p>
          <a:p>
            <a:pPr>
              <a:defRPr sz="1800"/>
            </a:pPr>
            <a:r>
              <a:t>Sampling Rate / Channel / Duration 검증</a:t>
            </a:r>
          </a:p>
          <a:p>
            <a:pPr>
              <a:defRPr sz="1800"/>
            </a:pPr>
            <a:r>
              <a:t>Cleaning Report 자동 생성</a:t>
            </a:r>
          </a:p>
          <a:p>
            <a:pPr>
              <a:defRPr sz="1800"/>
            </a:pPr>
            <a:r>
              <a:t>Garbage In, Garbage Out 방지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RMS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평균 RMS: 0.076646</a:t>
            </a:r>
          </a:p>
          <a:p>
            <a:pPr>
              <a:defRPr sz="1800"/>
            </a:pPr>
            <a:r>
              <a:t>표준편차: 0.020819</a:t>
            </a:r>
          </a:p>
          <a:p>
            <a:pPr>
              <a:defRPr sz="1800"/>
            </a:pPr>
            <a:r>
              <a:t>신호 에너지 기반 이상 징후 확인</a:t>
            </a:r>
          </a:p>
        </p:txBody>
      </p:sp>
      <p:pic>
        <p:nvPicPr>
          <p:cNvPr id="4" name="Picture 3" descr="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303520" cy="32484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Dominant Frequency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평균: 209.21 Hz</a:t>
            </a:r>
          </a:p>
          <a:p>
            <a:pPr>
              <a:defRPr sz="1800"/>
            </a:pPr>
            <a:r>
              <a:t>표준편차: 240.76 Hz</a:t>
            </a:r>
          </a:p>
          <a:p>
            <a:pPr>
              <a:defRPr sz="1800"/>
            </a:pPr>
            <a:r>
              <a:t>FFT Peak 기반 주파수 특성 확인</a:t>
            </a:r>
          </a:p>
        </p:txBody>
      </p:sp>
      <p:pic>
        <p:nvPicPr>
          <p:cNvPr id="4" name="Picture 3" descr="domin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303520" cy="32484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Spectral Centroid vs 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고에너지·고주파 샘플 식별</a:t>
            </a:r>
          </a:p>
          <a:p>
            <a:pPr>
              <a:defRPr sz="1800"/>
            </a:pPr>
            <a:r>
              <a:t>미세누설 또는 이상음 후보 탐지</a:t>
            </a:r>
          </a:p>
          <a:p>
            <a:pPr>
              <a:defRPr sz="1800"/>
            </a:pPr>
            <a:r>
              <a:t>Trouble Guide와 연계</a:t>
            </a:r>
          </a:p>
        </p:txBody>
      </p:sp>
      <p:pic>
        <p:nvPicPr>
          <p:cNvPr id="4" name="Picture 3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303520" cy="32484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Z-Score 기반 판정기준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NORMAL: μ+1σ 이하</a:t>
            </a:r>
          </a:p>
          <a:p>
            <a:pPr>
              <a:defRPr sz="1800"/>
            </a:pPr>
            <a:r>
              <a:t>WARNING: μ+1σ~μ+2σ</a:t>
            </a:r>
          </a:p>
          <a:p>
            <a:pPr>
              <a:defRPr sz="1800"/>
            </a:pPr>
            <a:r>
              <a:t>ALERT: μ+2σ~μ+3σ</a:t>
            </a:r>
          </a:p>
          <a:p>
            <a:pPr>
              <a:defRPr sz="1800"/>
            </a:pPr>
            <a:r>
              <a:t>DANGER: μ+3σ 초과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RAG 구축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정비매뉴얼 / Trouble Guide / 점검절차서 작성</a:t>
            </a:r>
          </a:p>
          <a:p>
            <a:pPr>
              <a:defRPr sz="1800"/>
            </a:pPr>
            <a:r>
              <a:t>Chunking → Embedding → Vector DB</a:t>
            </a:r>
          </a:p>
          <a:p>
            <a:pPr>
              <a:defRPr sz="1800"/>
            </a:pPr>
            <a:r>
              <a:t>질문 입력 → 관련 문서 검색 → LLM 답변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최종 제출 패키지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01_Maintenance_Manual.docx</a:t>
            </a:r>
          </a:p>
          <a:p>
            <a:pPr>
              <a:defRPr sz="1800"/>
            </a:pPr>
            <a:r>
              <a:t>02_Trouble_Guide.docx</a:t>
            </a:r>
          </a:p>
          <a:p>
            <a:pPr>
              <a:defRPr sz="1800"/>
            </a:pPr>
            <a:r>
              <a:t>03_Inspection_Procedure.docx</a:t>
            </a:r>
          </a:p>
          <a:p>
            <a:pPr>
              <a:defRPr sz="1800"/>
            </a:pPr>
            <a:r>
              <a:t>04_RAG_Data_Analysis_Report.docx</a:t>
            </a:r>
          </a:p>
          <a:p>
            <a:pPr>
              <a:defRPr sz="1800"/>
            </a:pPr>
            <a:r>
              <a:t>05_Presentation.pptx</a:t>
            </a:r>
          </a:p>
          <a:p>
            <a:pPr>
              <a:defRPr sz="1800"/>
            </a:pPr>
            <a:r>
              <a:t>06_QA_List.docx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069"/>
                </a:solidFill>
              </a:defRPr>
            </a:pPr>
            <a: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데이터 정제 자동화 완료</a:t>
            </a:r>
          </a:p>
          <a:p>
            <a:pPr>
              <a:defRPr sz="1800"/>
            </a:pPr>
            <a:r>
              <a:t>음향 Feature 기반 통계 분석 완료</a:t>
            </a:r>
          </a:p>
          <a:p>
            <a:pPr>
              <a:defRPr sz="1800"/>
            </a:pPr>
            <a:r>
              <a:t>정비 지식문서 3종 구성</a:t>
            </a:r>
          </a:p>
          <a:p>
            <a:pPr>
              <a:defRPr sz="1800"/>
            </a:pPr>
            <a:r>
              <a:t>Vector DB 구축을 위한 RAG 입력 문서 준비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